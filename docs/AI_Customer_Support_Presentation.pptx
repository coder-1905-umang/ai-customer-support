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Customer Support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Automation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AI Agent · Tool Calling · Conversation Memory · Human Escalation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Generative AI project · DSTARIX TECHNO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365760"/>
            <a:ext cx="1005840" cy="100584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66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handle repetitive requests: orders, payments, refunds, cancellations, delivery, policies.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LLM chatbots can't look up real data or take actions.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must be grounded in company information.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reliable company knowledge (RAG)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actions through tools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conversation context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support tickets automatically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humans when needed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 and test every scenario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5B6B7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04288" y="1554480"/>
            <a:ext cx="329184" cy="0"/>
          </a:xfrm>
          <a:prstGeom prst="line">
            <a:avLst/>
          </a:prstGeom>
          <a:noFill/>
          <a:ln w="254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5176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5176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1554480"/>
            <a:ext cx="329184" cy="0"/>
          </a:xfrm>
          <a:prstGeom prst="line">
            <a:avLst/>
          </a:prstGeom>
          <a:noFill/>
          <a:ln w="254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10528" y="1554480"/>
            <a:ext cx="329184" cy="0"/>
          </a:xfrm>
          <a:prstGeom prst="line">
            <a:avLst/>
          </a:prstGeom>
          <a:noFill/>
          <a:ln w="254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0" y="118872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057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picks the intent and routes the request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26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→ embeddings → vector search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423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47472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Tools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926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Payments · Tickets · Escalation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42316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0936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Memory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926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history, last order, last intent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720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(data + Vector Search)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8862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66344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(openai/gpt-oss-20b)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&amp; AI Agent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840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knowledge base (8 docs)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3840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chunk with overlap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3840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Embed: all-MiniLM-L6-v2 (384-d)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3383280"/>
            <a:ext cx="3840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Vector Search (cosine)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3840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chunks → Groq → grounded answer + sources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intents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29200" y="1709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each request to: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10312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RAG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 → Order tool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payment_status → Payment tool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support_ticket → Ticket tool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human_escalation → Escalation tool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→ safe fallback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requests run multiple tools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Conversation Memory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checkOrderStatus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product, amount, delivery estimate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11887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71800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checkPaymentStatus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1691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 for an order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createSupportTicket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ticket with category &amp; priority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88920" y="2788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7180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escalateToHuman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2918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ticket with reason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188720"/>
            <a:ext cx="3474720" cy="3063240"/>
          </a:xfrm>
          <a:prstGeom prst="roundRect">
            <a:avLst>
              <a:gd name="adj" fmla="val 2985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E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in action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73736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Where is my order 45821?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When will it arrive?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resolves "it" = order 45821 from stored context (sessionId, last order, last intent).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Error Handling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API tests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(Jest + Supertest)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0" y="1188720"/>
            <a:ext cx="47548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023360" y="1298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Covered scenarios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order, payment APIs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&amp; refund questions, unknown input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requests, memory, escalation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2880360"/>
            <a:ext cx="47548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023360" y="29900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failure handling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383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order IDs &amp; missing fields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retrieval, and LLM failures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retrieval and ticket failures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Limits, Next Steps &amp; Links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1633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Order/payment data lives in MongoDB, not live providers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creates a ticket only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demo customer; KB needs re-indexing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16335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E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accounts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order/payment APIs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dashboard, live human chat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responses, observability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github.com/CODER-1905-UMANG/ai-customer-support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Customer Support &amp; Ticket Automation System</dc:title>
  <dc:subject>PptxGenJS Presentation</dc:subject>
  <dc:creator>PptxGenJS</dc:creator>
  <cp:lastModifiedBy>PptxGenJS</cp:lastModifiedBy>
  <cp:revision>1</cp:revision>
  <dcterms:created xsi:type="dcterms:W3CDTF">2026-09-30T13:30:34Z</dcterms:created>
  <dcterms:modified xsi:type="dcterms:W3CDTF">2026-09-30T13:30:34Z</dcterms:modified>
</cp:coreProperties>
</file>